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3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7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1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3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3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0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9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2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770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50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47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97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3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E1048-5B8E-4011-8617-D8C31413298C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5408CC-F54A-4946-AB1B-8E6C6700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21"/>
          <a:stretch/>
        </p:blipFill>
        <p:spPr>
          <a:xfrm>
            <a:off x="1039090" y="1361"/>
            <a:ext cx="6848765" cy="685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9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4" t="21809" b="4893"/>
          <a:stretch/>
        </p:blipFill>
        <p:spPr>
          <a:xfrm>
            <a:off x="517392" y="0"/>
            <a:ext cx="9561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5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836" y="572655"/>
            <a:ext cx="10734964" cy="5604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read -p "Enter any number:" number</a:t>
            </a:r>
          </a:p>
          <a:p>
            <a:pPr marL="0" indent="0">
              <a:buNone/>
            </a:pPr>
            <a:r>
              <a:rPr lang="en-US" dirty="0"/>
              <a:t>reverse=0</a:t>
            </a:r>
          </a:p>
          <a:p>
            <a:pPr marL="0" indent="0">
              <a:buNone/>
            </a:pPr>
            <a:r>
              <a:rPr lang="en-US" dirty="0"/>
              <a:t>while [ $number -ne 0 ]</a:t>
            </a:r>
          </a:p>
          <a:p>
            <a:pPr marL="0" indent="0">
              <a:buNone/>
            </a:pPr>
            <a:r>
              <a:rPr lang="en-US" dirty="0"/>
              <a:t>do</a:t>
            </a:r>
          </a:p>
          <a:p>
            <a:pPr marL="0" indent="0">
              <a:buNone/>
            </a:pPr>
            <a:r>
              <a:rPr lang="en-US" dirty="0"/>
              <a:t>    n=`expr $number % 10`</a:t>
            </a:r>
          </a:p>
          <a:p>
            <a:pPr marL="0" indent="0">
              <a:buNone/>
            </a:pPr>
            <a:r>
              <a:rPr lang="en-US" dirty="0"/>
              <a:t>    reverse=$((($reverse * 10) + $n))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  number=`expr $number / 10`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  <a:p>
            <a:pPr marL="0" indent="0">
              <a:buNone/>
            </a:pPr>
            <a:r>
              <a:rPr lang="en-US" dirty="0"/>
              <a:t>echo "Reverse: $reverse"    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0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16" y="368734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echo enter n</a:t>
            </a:r>
          </a:p>
          <a:p>
            <a:pPr marL="0" indent="0">
              <a:buNone/>
            </a:pPr>
            <a:r>
              <a:rPr lang="pt-BR" dirty="0"/>
              <a:t>read n</a:t>
            </a:r>
          </a:p>
          <a:p>
            <a:pPr marL="0" indent="0">
              <a:buNone/>
            </a:pPr>
            <a:r>
              <a:rPr lang="pt-BR" dirty="0"/>
              <a:t>num=0</a:t>
            </a:r>
          </a:p>
          <a:p>
            <a:pPr marL="0" indent="0">
              <a:buNone/>
            </a:pPr>
            <a:r>
              <a:rPr lang="pt-BR" dirty="0"/>
              <a:t>while [ $n -gt 0 ]</a:t>
            </a:r>
          </a:p>
          <a:p>
            <a:pPr marL="0" indent="0">
              <a:buNone/>
            </a:pPr>
            <a:r>
              <a:rPr lang="pt-BR" dirty="0"/>
              <a:t>do</a:t>
            </a:r>
          </a:p>
          <a:p>
            <a:pPr marL="0" indent="0">
              <a:buNone/>
            </a:pPr>
            <a:r>
              <a:rPr lang="pt-BR" dirty="0" smtClean="0"/>
              <a:t>    num</a:t>
            </a:r>
            <a:r>
              <a:rPr lang="pt-BR" dirty="0"/>
              <a:t>=$(expr $num \* 10)</a:t>
            </a:r>
          </a:p>
          <a:p>
            <a:pPr marL="0" indent="0">
              <a:buNone/>
            </a:pPr>
            <a:r>
              <a:rPr lang="pt-BR" dirty="0" smtClean="0"/>
              <a:t>    k</a:t>
            </a:r>
            <a:r>
              <a:rPr lang="pt-BR" dirty="0"/>
              <a:t>=$(expr $n % 10)</a:t>
            </a:r>
          </a:p>
          <a:p>
            <a:pPr marL="0" indent="0">
              <a:buNone/>
            </a:pPr>
            <a:r>
              <a:rPr lang="pt-BR" dirty="0" smtClean="0"/>
              <a:t>    num</a:t>
            </a:r>
            <a:r>
              <a:rPr lang="pt-BR" dirty="0"/>
              <a:t>=$(expr $num + $k)</a:t>
            </a:r>
          </a:p>
          <a:p>
            <a:pPr marL="0" indent="0">
              <a:buNone/>
            </a:pPr>
            <a:r>
              <a:rPr lang="pt-BR" dirty="0" smtClean="0"/>
              <a:t>    n</a:t>
            </a:r>
            <a:r>
              <a:rPr lang="pt-BR" dirty="0"/>
              <a:t>=$(expr $n / 10)</a:t>
            </a:r>
          </a:p>
          <a:p>
            <a:pPr marL="0" indent="0">
              <a:buNone/>
            </a:pPr>
            <a:r>
              <a:rPr lang="pt-BR" dirty="0"/>
              <a:t>done</a:t>
            </a:r>
          </a:p>
          <a:p>
            <a:pPr marL="0" indent="0">
              <a:buNone/>
            </a:pPr>
            <a:r>
              <a:rPr lang="pt-BR" dirty="0"/>
              <a:t>echo number is $num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4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77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996501257474</dc:creator>
  <cp:lastModifiedBy>996501257474</cp:lastModifiedBy>
  <cp:revision>2</cp:revision>
  <dcterms:created xsi:type="dcterms:W3CDTF">2022-07-29T13:09:30Z</dcterms:created>
  <dcterms:modified xsi:type="dcterms:W3CDTF">2022-07-29T13:15:49Z</dcterms:modified>
</cp:coreProperties>
</file>